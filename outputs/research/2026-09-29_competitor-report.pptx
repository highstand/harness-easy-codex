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nikerunning/" TargetMode="External"/><Relationship Id="rId3" Type="http://schemas.openxmlformats.org/officeDocument/2006/relationships/hyperlink" Target="https://www.instagram.com/reel/DdZJyeDiIrb/" TargetMode="External"/><Relationship Id="rId5" Type="http://schemas.openxmlformats.org/officeDocument/2006/relationships/hyperlink" Target="https://www.instagram.com/p/DdcI8NLmY21/" TargetMode="External"/><Relationship Id="rId7" Type="http://schemas.openxmlformats.org/officeDocument/2006/relationships/hyperlink" Target="https://www.instagram.com/p/DdpNJrKkghz/" TargetMode="External"/><Relationship Id="rId9" Type="http://schemas.openxmlformats.org/officeDocument/2006/relationships/hyperlink" Target="https://www.instagram.com/reel/DcynFYfC4jo/" TargetMode="External"/><Relationship Id="rId11" Type="http://schemas.openxmlformats.org/officeDocument/2006/relationships/hyperlink" Target="https://www.instagram.com/p/DcpCxdKvaGA/" TargetMode="External"/><Relationship Id="rId2" Type="http://schemas.openxmlformats.org/officeDocument/2006/relationships/image" Target="../media/image-3-1.jpg"/><Relationship Id="rId4" Type="http://schemas.openxmlformats.org/officeDocument/2006/relationships/image" Target="../media/image-3-2.jpg"/><Relationship Id="rId6" Type="http://schemas.openxmlformats.org/officeDocument/2006/relationships/image" Target="../media/image-3-3.jpg"/><Relationship Id="rId8" Type="http://schemas.openxmlformats.org/officeDocument/2006/relationships/image" Target="../media/image-3-4.jpg"/><Relationship Id="rId10" Type="http://schemas.openxmlformats.org/officeDocument/2006/relationships/image" Target="../media/image-3-5.jp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adidasrunning/" TargetMode="External"/><Relationship Id="rId3" Type="http://schemas.openxmlformats.org/officeDocument/2006/relationships/hyperlink" Target="https://www.instagram.com/p/DdlQYW8DK7f/" TargetMode="External"/><Relationship Id="rId5" Type="http://schemas.openxmlformats.org/officeDocument/2006/relationships/hyperlink" Target="https://www.instagram.com/p/DdyRtJ8DKGQ/" TargetMode="External"/><Relationship Id="rId7" Type="http://schemas.openxmlformats.org/officeDocument/2006/relationships/hyperlink" Target="https://www.instagram.com/p/DdyQIB8jJEU/" TargetMode="External"/><Relationship Id="rId9" Type="http://schemas.openxmlformats.org/officeDocument/2006/relationships/hyperlink" Target="https://www.instagram.com/p/Ddya9_UDOsZ/" TargetMode="External"/><Relationship Id="rId11" Type="http://schemas.openxmlformats.org/officeDocument/2006/relationships/hyperlink" Target="https://www.instagram.com/p/Ddyuj-rDBqP/" TargetMode="External"/><Relationship Id="rId2" Type="http://schemas.openxmlformats.org/officeDocument/2006/relationships/image" Target="../media/image-4-1.jpg"/><Relationship Id="rId4" Type="http://schemas.openxmlformats.org/officeDocument/2006/relationships/image" Target="../media/image-4-2.jpg"/><Relationship Id="rId6" Type="http://schemas.openxmlformats.org/officeDocument/2006/relationships/image" Target="../media/image-4-3.jpg"/><Relationship Id="rId8" Type="http://schemas.openxmlformats.org/officeDocument/2006/relationships/image" Target="../media/image-4-4.jpg"/><Relationship Id="rId10" Type="http://schemas.openxmlformats.org/officeDocument/2006/relationships/image" Target="../media/image-4-5.jp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 인스타그램 분석 보고서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런메이트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기간 2026-08-30 ~ 2026-09-29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계정 @nikerunning  ·  @adidasrunning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 2026-09-29 · 데이터: Apify instagram-scraper (공개 게시물)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 비교 요약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런메이트 · 2026-08-30 ~ 2026-09-29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005840"/>
                <a:gridCol w="1005840"/>
                <a:gridCol w="914400"/>
                <a:gridCol w="1371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팔로워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기간 내 게시물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좋아요 중앙값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댓글 중앙값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형식 비중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줄 평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@nikerunning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6,212,000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14,000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102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Video 4 / Sidecar 6 / Image 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After Dark Tour(시드니 대회 현장·컬렉션) 하나의 캠페인을 일주일에 여러 번 반복. 제품·엘리트 러너·의류 룩북 위주, 커뮤니티 러너 콘텐츠는 적음.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@adidasrunning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3,389,000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9,150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Sidecar 10 / Video 2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베를린 마라톤 결과를 하루에 여러 건 연속 게시. 캐러셀 위주이고 신제품(Adios Pro 5) 한 건이 압도적으로 높음.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 POSTS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@nikerunning — 좋아요 상위 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런메이트 · 2026-08-30 ~ 2026-09-29</a:t>
            </a:r>
            <a:endParaRPr lang="en-US" sz="9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457200" y="1143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https://www.instagram.com/nikerunning/</a:t>
            </a:r>
            <a:endParaRPr lang="en-US" sz="900" dirty="0"/>
          </a:p>
        </p:txBody>
      </p:sp>
      <p:pic>
        <p:nvPicPr>
          <p:cNvPr id="7" name="Image 0" descr="research/nikerunning/2026-09/thumbs/DdZJyeDiIrb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463040"/>
            <a:ext cx="1554480" cy="1554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71,000   💬 1,100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2026-09-17 · Video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검은 배경 위에 붉게 빛나는 신발 실루엣 클로즈업(영상 첫 화면), 텍스트 오버레이 없음</a:t>
            </a:r>
            <a:endParaRPr lang="en-US" sz="800" dirty="0"/>
          </a:p>
        </p:txBody>
      </p:sp>
      <p:sp>
        <p:nvSpPr>
          <p:cNvPr id="11" name="Text 8">
            <a:hlinkClick r:id="rId3" tooltip=""/>
          </p:cNvPr>
          <p:cNvSpPr/>
          <p:nvPr/>
        </p:nvSpPr>
        <p:spPr>
          <a:xfrm>
            <a:off x="45720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  <p:pic>
        <p:nvPicPr>
          <p:cNvPr id="12" name="Image 1" descr="research/nikerunning/2026-09/thumbs/DdcI8NLmY21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125980" y="1463040"/>
            <a:ext cx="1554480" cy="1554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2598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61,000   💬 1,300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12598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2026-09-18 · Sidecar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12598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어두운 의상의 인물 전신, 회색 스튜디오 배경, 화면 중앙에 큰 흰색 'NIKE ATELIER' 텍스트 오버레이 (슬라이드)</a:t>
            </a:r>
            <a:endParaRPr lang="en-US" sz="800" dirty="0"/>
          </a:p>
        </p:txBody>
      </p:sp>
      <p:sp>
        <p:nvSpPr>
          <p:cNvPr id="16" name="Text 12">
            <a:hlinkClick r:id="rId5" tooltip=""/>
          </p:cNvPr>
          <p:cNvSpPr/>
          <p:nvPr/>
        </p:nvSpPr>
        <p:spPr>
          <a:xfrm>
            <a:off x="212598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  <p:pic>
        <p:nvPicPr>
          <p:cNvPr id="17" name="Image 2" descr="research/nikerunning/2026-09/thumbs/DdpNJrKkghz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794760" y="1463040"/>
            <a:ext cx="1554480" cy="1554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9476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38,000   💬 559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79476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2026-09-23 · Sidecar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379476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핑크·검정 러닝웨어 5인 단체 스튜디오 컷, 텍스트 오버레이 없음 (슬라이드)</a:t>
            </a:r>
            <a:endParaRPr lang="en-US" sz="800" dirty="0"/>
          </a:p>
        </p:txBody>
      </p:sp>
      <p:sp>
        <p:nvSpPr>
          <p:cNvPr id="21" name="Text 16">
            <a:hlinkClick r:id="rId7" tooltip=""/>
          </p:cNvPr>
          <p:cNvSpPr/>
          <p:nvPr/>
        </p:nvSpPr>
        <p:spPr>
          <a:xfrm>
            <a:off x="379476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  <p:pic>
        <p:nvPicPr>
          <p:cNvPr id="22" name="Image 3" descr="research/nikerunning/2026-09/thumbs/DcynFYfC4jo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463540" y="1463040"/>
            <a:ext cx="1554480" cy="1554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6354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34,000   💬 627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6354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2026-09-02 · Video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546354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핑크 메쉬 상의 인물 얼굴 클로즈업, 회색 스튜디오 배경의 세로 영상, 오버레이 없음</a:t>
            </a:r>
            <a:endParaRPr lang="en-US" sz="800" dirty="0"/>
          </a:p>
        </p:txBody>
      </p:sp>
      <p:sp>
        <p:nvSpPr>
          <p:cNvPr id="26" name="Text 20">
            <a:hlinkClick r:id="rId9" tooltip=""/>
          </p:cNvPr>
          <p:cNvSpPr/>
          <p:nvPr/>
        </p:nvSpPr>
        <p:spPr>
          <a:xfrm>
            <a:off x="546354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  <p:pic>
        <p:nvPicPr>
          <p:cNvPr id="27" name="Image 4" descr="research/nikerunning/2026-09/thumbs/DcpCxdKvaGA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132320" y="1463040"/>
            <a:ext cx="1554480" cy="1554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3232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15,000   💬 78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713232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2026-08-29 · Image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713232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결승선 근처에서 손가락을 들어 올린 마라톤 러너 클로즈업, 야외 대회 현장, 작은 'Make way.' 텍스트</a:t>
            </a:r>
            <a:endParaRPr lang="en-US" sz="800" dirty="0"/>
          </a:p>
        </p:txBody>
      </p:sp>
      <p:sp>
        <p:nvSpPr>
          <p:cNvPr id="31" name="Text 24">
            <a:hlinkClick r:id="rId11" tooltip=""/>
          </p:cNvPr>
          <p:cNvSpPr/>
          <p:nvPr/>
        </p:nvSpPr>
        <p:spPr>
          <a:xfrm>
            <a:off x="713232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 POSTS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@adidasrunning — 좋아요 상위 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런메이트 · 2026-08-30 ~ 2026-09-29</a:t>
            </a:r>
            <a:endParaRPr lang="en-US" sz="9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457200" y="1143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https://www.instagram.com/adidasrunning/</a:t>
            </a:r>
            <a:endParaRPr lang="en-US" sz="900" dirty="0"/>
          </a:p>
        </p:txBody>
      </p:sp>
      <p:pic>
        <p:nvPicPr>
          <p:cNvPr id="7" name="Image 0" descr="research/adidasrunning/2026-09/thumbs/DdlQYW8DK7f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463040"/>
            <a:ext cx="1554480" cy="1554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117,000   💬 1,700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2026-09-22 · Sidecar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밝은 회청색 배경에 붉은 신발과 분리된 미드솔 라인 정물 컷, 오버레이 없음, 6장 슬라이드, 캡션에 무게·에너지 리턴 수치</a:t>
            </a:r>
            <a:endParaRPr lang="en-US" sz="800" dirty="0"/>
          </a:p>
        </p:txBody>
      </p:sp>
      <p:sp>
        <p:nvSpPr>
          <p:cNvPr id="11" name="Text 8">
            <a:hlinkClick r:id="rId3" tooltip=""/>
          </p:cNvPr>
          <p:cNvSpPr/>
          <p:nvPr/>
        </p:nvSpPr>
        <p:spPr>
          <a:xfrm>
            <a:off x="45720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  <p:pic>
        <p:nvPicPr>
          <p:cNvPr id="12" name="Image 1" descr="research/adidasrunning/2026-09/thumbs/DdyRtJ8DKGQ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125980" y="1463040"/>
            <a:ext cx="1554480" cy="1554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2598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33,000   💬 186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12598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2026-09-27 · Sidecar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12598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결승 테이프를 통과하는 여성 선수, 파란 코스, 세리프체 흰 대문자가 자간을 넓혀 상·중·하단에 걸침 (슬라이드)</a:t>
            </a:r>
            <a:endParaRPr lang="en-US" sz="800" dirty="0"/>
          </a:p>
        </p:txBody>
      </p:sp>
      <p:sp>
        <p:nvSpPr>
          <p:cNvPr id="16" name="Text 12">
            <a:hlinkClick r:id="rId5" tooltip=""/>
          </p:cNvPr>
          <p:cNvSpPr/>
          <p:nvPr/>
        </p:nvSpPr>
        <p:spPr>
          <a:xfrm>
            <a:off x="212598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  <p:pic>
        <p:nvPicPr>
          <p:cNvPr id="17" name="Image 2" descr="research/adidasrunning/2026-09/thumbs/DdyQIB8jJEU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794760" y="1463040"/>
            <a:ext cx="1554480" cy="1554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9476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26,000   💬 117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79476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2026-09-27 · Sidecar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379476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결승 테이프를 통과하는 남성 선수, 같은 파란 코스와 세리프 대문자 오버레이 (슬라이드)</a:t>
            </a:r>
            <a:endParaRPr lang="en-US" sz="800" dirty="0"/>
          </a:p>
        </p:txBody>
      </p:sp>
      <p:sp>
        <p:nvSpPr>
          <p:cNvPr id="21" name="Text 16">
            <a:hlinkClick r:id="rId7" tooltip=""/>
          </p:cNvPr>
          <p:cNvSpPr/>
          <p:nvPr/>
        </p:nvSpPr>
        <p:spPr>
          <a:xfrm>
            <a:off x="379476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  <p:pic>
        <p:nvPicPr>
          <p:cNvPr id="22" name="Image 3" descr="research/adidasrunning/2026-09/thumbs/Ddya9_UDOsZ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463540" y="1463040"/>
            <a:ext cx="1554480" cy="1554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6354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16,000   💬 125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6354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2026-09-27 · Sidecar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546354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출발선에 선 러너 군집, 어두운 톤, 세리프 대문자 오버레이가 상단과 하단에 배치 (슬라이드)</a:t>
            </a:r>
            <a:endParaRPr lang="en-US" sz="800" dirty="0"/>
          </a:p>
        </p:txBody>
      </p:sp>
      <p:sp>
        <p:nvSpPr>
          <p:cNvPr id="26" name="Text 20">
            <a:hlinkClick r:id="rId9" tooltip=""/>
          </p:cNvPr>
          <p:cNvSpPr/>
          <p:nvPr/>
        </p:nvSpPr>
        <p:spPr>
          <a:xfrm>
            <a:off x="546354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  <p:pic>
        <p:nvPicPr>
          <p:cNvPr id="27" name="Image 4" descr="research/adidasrunning/2026-09/thumbs/Ddyuj-rDBqP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132320" y="1463040"/>
            <a:ext cx="1554480" cy="1554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3232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12,000   💬 147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713232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2026-09-27 · Sidecar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713232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야외 햇빛 아래 선수 상반신 클로즈업, 텍스트 오버레이 없음 (3장 슬라이드)</a:t>
            </a:r>
            <a:endParaRPr lang="en-US" sz="800" dirty="0"/>
          </a:p>
        </p:txBody>
      </p:sp>
      <p:sp>
        <p:nvSpPr>
          <p:cNvPr id="31" name="Text 24">
            <a:hlinkClick r:id="rId11" tooltip=""/>
          </p:cNvPr>
          <p:cNvSpPr/>
          <p:nvPr/>
        </p:nvSpPr>
        <p:spPr>
          <a:xfrm>
            <a:off x="713232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PATTERNS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패턴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런메이트 · 2026-08-30 ~ 2026-09-29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하나의 이벤트를 짧은 간격으로 여러 번 게시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대회·투어가 열리는 며칠 동안 예고, 현장, 결과를 나눠 올려 피드가 그 이벤트로 채워지고 흐름이 이어짐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https://www.instagram.com/nikerunning/p/DdxK0LZEgIz/  https://www.instagram.com/nikerunning/reel/Dd0HgpXRu3f/  https://www.instagram.com/adidasrunning/p/Ddyuj-rDBqP/  https://www.instagram.com/adidasrunning/p/DdyRtJ8DKGQ/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여러 장에 걸쳐 이어 읽히는 큰 세리프 글자 오버레이 캐러셀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장에서 글자가 사진 위에 크게 걸려 시선을 멈추고, 넘기면 문장이 완성되는 구성으로 슬라이드를 넘기게 함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https://www.instagram.com/adidasrunning/p/DdyRtJ8DKGQ/  https://www.instagram.com/adidasrunning/p/DdyQIB8jJEU/  https://www.instagram.com/adidasrunning/p/Ddya9_UDOsZ/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캡션은 한 줄 헤드라인 + 사실 한두 줄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한 문장 뒤에 기록·제품 정보를 바로 붙여 읽는 시간이 짧음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https://www.instagram.com/nikerunning/reel/DdZJyeDiIrb/  https://www.instagram.com/adidasrunning/p/DdyRtJ8DKGQ/  https://www.instagram.com/nikerunning/p/DdpNJrKkghz/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같은 컬렉션을 다른 사람·다른 포맷으로 반복 노출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단체컷, 개인 인터뷰 인용, 영상 클로즈업 등 형식을 바꿔 한 주제를 계속 보여줌. 그중 단체컷 캐러셀이 가장 높음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https://www.instagram.com/nikerunning/p/DdpNJrKkghz/  https://www.instagram.com/nikerunning/p/DdrRHFam4fd/  https://www.instagram.com/nikerunning/p/Ddt1yOum75_/  https://www.instagram.com/nikerunning/reel/DcynFYfC4jo/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신제품 공개는 배경을 비운 정물 컷 또는 어두운 실루엣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하나만 크게 보여 주는 단순한 구성이 두 계정 모두에서 각 계정 최상위 좋아요를 기록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https://www.instagram.com/adidasrunning/p/DdlQYW8DK7f/  https://www.instagram.com/nikerunning/reel/DdZJyeDiIrb/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가져올 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런메이트 · 2026-08-30 ~ 2026-09-29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한 달에 하나의 주제(예: 첫 러닝 모임 이야기)를 잡고 예고, 현장, 후기로 나눠 이어 올리는 구조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캐러셀 첫 장에 큰 문장을 걸고 넘기며 문장이 완성되는 포맷 (사실 나열 대신 브랜드 톤의 짧은 문장)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캡션은 한 줄 헤드라인 + 정보 한두 줄, 여러 사람이 함께 등장하는 단체컷을 대표 이미지로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미확보 데이터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좋아요·댓글 수는 인스타그램이 '5.6천', '8.5만'처럼 줄여 보여줘 대략값(천=1,000, 만=10,000 단위 반올림)으로 기록함. 중앙값도 대략값 기준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좋아요 숨김(-1): 0건 (두 계정 모두 공개)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nikerunning은 최근 30일 내 게시물이 11건뿐이라 12건을 채우지 못함 (고정 게시물 1건은 3월이라 제외)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adidasrunning은 12건 수집 완료, 고정 게시물 중 2건(8월 8일·8월 20일)은 기간 밖이라 제외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스크린샷은 게시물 화면 전체(캡션·댓글 포함) 캡처. 릴스는 첫 프레임 기준으로만 서술함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이미지 만료·차단·로그인 문제 없음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런메이트 경쟁사 인스타 분석</dc:title>
  <dc:subject>PptxGenJS Presentation</dc:subject>
  <dc:creator>ig-competitor-scout</dc:creator>
  <cp:lastModifiedBy>ig-competitor-scout</cp:lastModifiedBy>
  <cp:revision>1</cp:revision>
  <dcterms:created xsi:type="dcterms:W3CDTF">2026-09-29T01:15:52Z</dcterms:created>
  <dcterms:modified xsi:type="dcterms:W3CDTF">2026-09-29T01:15:52Z</dcterms:modified>
</cp:coreProperties>
</file>